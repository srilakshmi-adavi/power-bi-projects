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70" r:id="rId13"/>
    <p:sldId id="273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085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700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4647" y="1289685"/>
            <a:ext cx="5994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Pharmaceutical Sales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851296" y="2127885"/>
            <a:ext cx="54414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Dashboard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0" y="3305387"/>
            <a:ext cx="4842933" cy="1212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000" dirty="0">
                <a:solidFill>
                  <a:schemeClr val="accent5"/>
                </a:solidFill>
              </a:rPr>
              <a:t>Present By:</a:t>
            </a:r>
          </a:p>
          <a:p>
            <a:pPr marL="0" indent="0" algn="ctr">
              <a:lnSpc>
                <a:spcPts val="2520"/>
              </a:lnSpc>
              <a:buNone/>
            </a:pPr>
            <a:r>
              <a:rPr lang="en-US" sz="2000" dirty="0">
                <a:solidFill>
                  <a:schemeClr val="accent5"/>
                </a:solidFill>
              </a:rPr>
              <a:t>                         Name : Adavi Sri Lakshmi</a:t>
            </a:r>
          </a:p>
          <a:p>
            <a:pPr marL="0" indent="0" algn="ctr">
              <a:lnSpc>
                <a:spcPts val="2520"/>
              </a:lnSpc>
              <a:buNone/>
            </a:pP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 algn="ctr">
              <a:lnSpc>
                <a:spcPts val="252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846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Objectives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Architecture &amp; Schema Design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Architecture 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Insights &amp; Findings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DAX Formulas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Strategic Recommendations 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interactive Power BI dashboard for pharmaceutical sales analytics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40 medicine sales records with customer demographics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 schema with fact , 4 dimension tables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Interactive dashboard  with DAX measures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173180" y="1171218"/>
            <a:ext cx="4350601" cy="429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Table</a:t>
            </a: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Sales Lookup(Sale Date, Unit sale price, Cost of Production, Revenue, Cost, Profit)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987978" y="1814394"/>
            <a:ext cx="116792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Lookup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999429" y="2103953"/>
            <a:ext cx="1145024" cy="36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Year, Quarter</a:t>
            </a:r>
            <a:endParaRPr lang="en-US" sz="1020" dirty="0"/>
          </a:p>
          <a:p>
            <a:pPr marL="0" indent="0" algn="ctr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Month, Week, Day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3987978" y="2466619"/>
            <a:ext cx="116792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87978" y="2571750"/>
            <a:ext cx="1167925" cy="257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Lookup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87893" y="2891790"/>
            <a:ext cx="1530774" cy="547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Name, Drug ID, Regulatory Compliance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3987978" y="3438883"/>
            <a:ext cx="116792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32107" y="3330654"/>
            <a:ext cx="16865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Lookup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93067" y="3544014"/>
            <a:ext cx="1530774" cy="1237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Age, Gender</a:t>
            </a:r>
            <a:endParaRPr lang="en-US" sz="1020" dirty="0"/>
          </a:p>
          <a:p>
            <a:pPr marL="0" indent="0" algn="ctr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Country, Segment</a:t>
            </a:r>
          </a:p>
          <a:p>
            <a:pPr marL="0" indent="0" algn="ctr">
              <a:lnSpc>
                <a:spcPts val="1428"/>
              </a:lnSpc>
              <a:buNone/>
            </a:pPr>
            <a:endParaRPr lang="en-US" sz="102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cs typeface="Arial" pitchFamily="34" charset="-120"/>
              </a:rPr>
              <a:t>Region Lookup</a:t>
            </a:r>
          </a:p>
          <a:p>
            <a:pPr marL="0" indent="0" algn="ctr">
              <a:lnSpc>
                <a:spcPts val="1428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Country, Country ID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&amp; Cleaning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50+ duplicate records using Power Query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age ranges (18-79 years) 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zero missing values across 14 columns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126944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747725"/>
            <a:ext cx="7924800" cy="126944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245769"/>
            <a:ext cx="7924800" cy="126944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Financial Metrics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3524" y="1478280"/>
            <a:ext cx="76169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44.30M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63524" y="2087880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763524" y="2976325"/>
            <a:ext cx="76169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63524" y="3585925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Profit Margin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763524" y="4474369"/>
            <a:ext cx="76169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36.37M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63524" y="5083969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Pages 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61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KPIs  with revenue, profit, cost, units trends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Insights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US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Demographics, age groups, high-value customers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Drugs Analysis - </a:t>
            </a: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drugs by revenue, profit, unit sales analysis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Information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Top countries by profit , revenue , units analysis</a:t>
            </a:r>
            <a:endParaRPr lang="en-U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Drugs by Profitability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Doxycycline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2.2M highest profit per unit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Ergocalciferol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2.1M premium pricing strategy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Lisinopril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2.1M  margin, strong sales volume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Simvastatin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1.6M margin, stable sales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Ezetimibe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1.6M margin, high volume opportunity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54066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18951"/>
            <a:ext cx="7924800" cy="154066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Demographics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544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Range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026923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18-79 Years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93623"/>
            <a:ext cx="746150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in 40-60 segment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914400" y="332375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Mix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796192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 Male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062892"/>
            <a:ext cx="746150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32.7% Female, 20.5% Other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914400" y="5093019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5565460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5832160"/>
            <a:ext cx="746150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across Canada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Profitability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Profit: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Doxycycline at 2.2M - premium product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Profit: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Montelukast at 0.02M- cost optimization needed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Concentration: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 drugs generate 50% of total profit</a:t>
            </a:r>
            <a:endParaRPr lang="en-US" sz="1350" dirty="0"/>
          </a:p>
          <a:p>
            <a:pPr>
              <a:lnSpc>
                <a:spcPts val="2430"/>
              </a:lnSpc>
              <a:buSzPct val="100000"/>
            </a:pP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Formulas Implemented 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3360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 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Units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Selling Price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Category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, Year, Quarter, Month, Day</a:t>
            </a:r>
          </a:p>
          <a:p>
            <a:pPr>
              <a:lnSpc>
                <a:spcPts val="2430"/>
              </a:lnSpc>
              <a:buSzPct val="100000"/>
            </a:pP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Prioritize: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Doxycycline, Ergocalciferol, Lisinopril (high-Profit)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Optimize: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Montelukast, Hydrochlorothiazide, Warfarin  (low-Profit)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Expand: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Geographic markets beyond Canada</a:t>
            </a:r>
            <a:endParaRPr lang="en-US" sz="1350" dirty="0"/>
          </a:p>
          <a:p>
            <a:pPr>
              <a:lnSpc>
                <a:spcPts val="2430"/>
              </a:lnSpc>
              <a:buSzPct val="100000"/>
            </a:pP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3622" y="1777371"/>
            <a:ext cx="4336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4320"/>
              </a:lnSpc>
              <a:buNone/>
            </a:pP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401</Words>
  <Application>Microsoft Office PowerPoint</Application>
  <PresentationFormat>On-screen Show (16:9)</PresentationFormat>
  <Paragraphs>92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Srilakshmi Adavi</cp:lastModifiedBy>
  <cp:revision>17</cp:revision>
  <dcterms:created xsi:type="dcterms:W3CDTF">2025-12-09T04:58:23Z</dcterms:created>
  <dcterms:modified xsi:type="dcterms:W3CDTF">2025-12-12T13:04:07Z</dcterms:modified>
</cp:coreProperties>
</file>